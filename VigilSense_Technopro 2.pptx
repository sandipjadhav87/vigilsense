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1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Weather-Based Smart Sensor Calibration Recommendation System for PIDS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15875">
            <a:solidFill>
              <a:srgbClr val="2E5C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632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Technopro</a:t>
            </a:r>
            <a:endParaRPr lang="en-US" sz="1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</a:t>
            </a:r>
            <a:endParaRPr lang="en-US" sz="1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Computer Engineering</a:t>
            </a:r>
            <a:endParaRPr lang="en-US" sz="1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 Launchpad 2026 – Case Study 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77440" y="4617720"/>
            <a:ext cx="4389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61772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Sandip Dattatray Jadhav</a:t>
            </a:r>
            <a:endParaRPr lang="en-US" sz="13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Shridhar Kanifnath Wakte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– Technopro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520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cause false intrusion alarms in PIDS.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sensitivity adjustment is inconsistent.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need real-time calibration guidance.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provide limited recommendation support.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520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weather data.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wind, rain, humidity, temperature, and storms.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calibration recommendations.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recommendations through a dashboard.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historical records.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– Technopro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51760" y="1078992"/>
            <a:ext cx="38404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0" y="10789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581912"/>
            <a:ext cx="0" cy="219456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1801368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801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Fetch Module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304288"/>
            <a:ext cx="0" cy="219456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2523744"/>
            <a:ext cx="38404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5237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Analysis Engine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3026664"/>
            <a:ext cx="0" cy="219456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51760" y="3246120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246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Recommendation Engine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0" cy="219456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0" y="3968496"/>
            <a:ext cx="384048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9684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 &amp; Alerts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4471416"/>
            <a:ext cx="0" cy="219456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1760" y="4690872"/>
            <a:ext cx="3840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46908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Analytics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786384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3212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OpenWeatherMap API, SQLite, HTML/CSS, Rule-Based AI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– Technopro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&amp;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Recommendation Logic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&gt; 30 km/h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&gt; 10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&gt; 85%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Weather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393192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703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Storm → Wind → Rain → Humidity → Normal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 (Mock-up)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4630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29°C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146304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4630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24028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22402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1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km/h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224028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22402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1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30175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0175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</a:t>
            </a:r>
            <a:endParaRPr lang="en-US" sz="11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840480"/>
            <a:ext cx="38862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C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886200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SENSITIVITY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Action: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vibration sensor sensitivity by 20%.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– Technopro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86384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520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false alarms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operator response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surveillance reliability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history support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deployment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520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calibration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prediction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e-mail alerts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forecasting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integration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892040"/>
            <a:ext cx="8229600" cy="9144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92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“VigilSense improves perimeter security by providing weather-aware sensor calibration guidance.”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– Technopro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2E5C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0" cy="86868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links live weather data with PIDS sensor calibration, replacing manual guesswork with clear, rule-based guidance.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58568"/>
            <a:ext cx="640080" cy="86868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58568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25856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sensitivity recommendations reduce weather-induced false alarms and prevent missed intrusion detections.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82696"/>
            <a:ext cx="640080" cy="86868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82696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282696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operator dashboard delivers real-time parameters, recommended action and calibration history in one view.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306824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06824"/>
            <a:ext cx="640080" cy="868680"/>
          </a:xfrm>
          <a:prstGeom prst="rect">
            <a:avLst/>
          </a:prstGeom>
          <a:solidFill>
            <a:srgbClr val="DCE6F1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06824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4306824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low-cost, easily deployable at multiple sites, and scalable towards automated and ML-driven calibration.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makes perimeter intrusion detection weather-aware, reliable and operator-friendly.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– Technopro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743200" y="2788920"/>
            <a:ext cx="3657600" cy="0"/>
          </a:xfrm>
          <a:prstGeom prst="line">
            <a:avLst/>
          </a:prstGeom>
          <a:noFill/>
          <a:ln w="15875">
            <a:solidFill>
              <a:srgbClr val="2E5C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377440" y="3749040"/>
            <a:ext cx="4389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3749040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Technopro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Sandip Dattatray Jadhav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Shridhar Kanifnath Wakte</a:t>
            </a:r>
            <a:endParaRPr lang="en-US" sz="1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626364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VigilSense – Technopro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6309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404</Words>
  <Application>Microsoft Office PowerPoint</Application>
  <PresentationFormat>On-screen Show (4:3)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1</cp:revision>
  <dcterms:created xsi:type="dcterms:W3CDTF">2026-08-09T13:35:12Z</dcterms:created>
  <dcterms:modified xsi:type="dcterms:W3CDTF">2026-08-09T14:20:02Z</dcterms:modified>
</cp:coreProperties>
</file>